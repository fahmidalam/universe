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B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7A00"/>
                </a:solidFill>
                <a:latin typeface="Calibri"/>
              </a:rPr>
              <a:t>THIRD YEAR PROJECT  ·  DEFENSE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A1A1C"/>
                </a:solidFill>
                <a:latin typeface="Calibri Light"/>
              </a:rPr>
              <a:t>UniVerse - A Campus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3373D"/>
                </a:solidFill>
                <a:latin typeface="Calibri"/>
              </a:rPr>
              <a:t>An Automatic Department Timetable Generator (OR-Tools CP-SAT) with Real-Time Campus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520440"/>
            <a:ext cx="777240" cy="4445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Fahmid Alam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0182320012101309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8862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Swadheen Islam Robi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0182320012101278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8862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Shahriar Rashid Ratul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0182320012101276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E7278"/>
                </a:solidFill>
                <a:latin typeface="Calibri"/>
              </a:rPr>
              <a:t>Supervised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Jaminur Rahman</a:t>
            </a:r>
            <a:r>
              <a:rPr sz="1300" b="0" i="0">
                <a:solidFill>
                  <a:srgbClr val="33373D"/>
                </a:solidFill>
                <a:latin typeface="Calibri"/>
              </a:rPr>
              <a:t>   ·   Lecturer, Department of CSE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447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Sherlocked</a:t>
            </a:r>
            <a:r>
              <a:rPr sz="1200" b="0" i="0">
                <a:solidFill>
                  <a:srgbClr val="CFD3DA"/>
                </a:solidFill>
                <a:latin typeface="Calibri"/>
              </a:rPr>
              <a:t>    ·    Course CSE-3240 (Project I)    ·    Department of Computer Science &amp; Engineering    ·    Leading University, Sylhet,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709928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Project Overview &amp; Goal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Idea, problem statement, and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78892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Functional Requirements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What the system does + use-case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9624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867911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Non-Functional Requirements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Environment, frameworks, and quality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28616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946904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Technical Diagrams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ER, DFD (Level 0 &amp; 1), and activity diagrams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709928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Project Demonstration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Key features and the system in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70632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78892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Discussion &amp; Conclusion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Outcomes, limitations, and 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49624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67911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Live Demo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Functional walkthrough on a real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28616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46904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Q &amp;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Questions from the panel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TEAM SHERLOCKED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Team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611880" cy="109728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Fahmid Alam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0182320012101309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System architecture &amp; shared infrastructure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Authentication (Google OAuth + email)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Admin module &amp; timetable engine (OR-Tools CP-SAT)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Database design, build &amp;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2" y="1600200"/>
            <a:ext cx="3611880" cy="109728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19202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Swadheen Islam Robi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0182320012101278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432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Student &amp; teacher dashboards (frontend)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Routine and resources hub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Teacher Manage Classes module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Find Teacher &amp; Room Availability (real-time)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93024" y="1600200"/>
            <a:ext cx="3611880" cy="109728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7344" y="19202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Shahriar Rashid Ratul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0182320012101276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74320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Notifications &amp; push delivery (FCM)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User profile module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Quality assurance &amp; data seeding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Documentation &amp; demo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Project Overview &amp;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Description of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UniVerse is an Android campus-companion app for the CSE department of Leading University. It automatically generates a clash-free department timetable and delivers real-time campus services to students, teachers, and admins from a single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19856"/>
            <a:ext cx="6583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Manual timetable creation is slow, error-prone, and must satisfy many constraints (rooms, labs, teacher day-offs, Friday rule).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Students and teachers lack one live source for today's classes, cancellations, free rooms, and teacher locations.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Main Objectives &amp;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57216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Auto-generate a conflict-free timetable via constraint optimization.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One role-aware app with real-time routine, rooms, and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What the system must do, grouped by actor: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949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Authentication &amp; Access (all users)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Sign up / sign in with Google or email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Role-based access: student, teacher, admin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Admin access gated by a whitelist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Student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View personal routine &amp; dashboard (live / next class)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Browse resources by semester folder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Find a teacher and check room availability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Receive in-app and push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5212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Teacher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View personal teaching schedule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Cancel a class occurrence (auto-notify students)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Post a notice or room-change update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Admin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Auto-generate the department timetable (OR-Tools)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Manage rooms, faculty, and settings; publish routine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Broadcast notifications; manage resources &amp;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Actors (Student · Teacher · Admin) and their interactions with the system.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12471D-5E61-EE17-B807-89E2962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672511"/>
            <a:ext cx="9436018" cy="45188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394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Operating System Environment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Client: Android (Flutter) phones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Backend: Supabase (Postgres, Auth, Storage, Realtime)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Engine: FastAPI + OR-Tools on Render (cloud)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Push: Firebase Cloud Messaging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Frameworks &amp; Tools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Flutter / Dart · GoRouter · Hive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Supabase Flutter SDK · Firebase Messaging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Python · FastAPI · Google OR-Tools (CP-SAT)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Phosphor icons · Google Fonts (Inter)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212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Quality Attributes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Performance: clash-free schedule within a time limit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Security: row-level security, OAuth PKCE, key isolation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Reliability: real-time sync + push delivery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Usability: dark theme, role-aware navigation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Maintainability: layered Screen-Controller-Service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FF7A00"/>
                </a:solidFill>
                <a:latin typeface="Calibri"/>
              </a:rPr>
              <a:t>●  </a:t>
            </a:r>
            <a:r>
              <a:rPr sz="1200">
                <a:solidFill>
                  <a:srgbClr val="33373D"/>
                </a:solidFill>
                <a:latin typeface="Calibri"/>
              </a:rPr>
              <a:t>Portability: cloud-hosted, stateless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Entity-Relationship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Core tables: profiles · routines · cancellations · notifications · resources · timetable_* config · device_tokens.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C147CE-97D1-5EC1-1E6E-AEF5100C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755648"/>
            <a:ext cx="1096975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Data Flow Diagram - Level 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Context view: users interact with UniVerse, which talks to Supabase, the timetable engine, and FCM.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B6663B-2458-2E7B-3069-FDB0A21D9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84" y="1792224"/>
            <a:ext cx="8434064" cy="4581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Data Flow Diagram - Level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Decomposed processes: auth, routine, resources, notifications, and timetable generation.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34A9B8-67B0-2CF0-C82C-62C3FD6D0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2224"/>
            <a:ext cx="10529365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Activity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Flow of the automatic timetable generation: upload -&gt; solve -&gt; validate -&gt; publish.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49704F-2133-758B-8D4B-1440D2FD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444752"/>
            <a:ext cx="11061192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Project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A concise (~1 minute) overview highlighting the key features in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C4C8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E7278"/>
                </a:solidFill>
                <a:latin typeface="Calibri"/>
              </a:rPr>
              <a:t>[ Demo Video / Screenshot Slideshow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E7278"/>
                </a:solidFill>
                <a:latin typeface="Calibri"/>
              </a:rPr>
              <a:t>Embed the 1-minute walkthrough or a screenshot strip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Discussion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Outcome:  </a:t>
            </a:r>
            <a:r>
              <a:rPr sz="1300" b="0" i="0">
                <a:solidFill>
                  <a:srgbClr val="33373D"/>
                </a:solidFill>
                <a:latin typeface="Calibri"/>
              </a:rPr>
              <a:t>a working app that auto-generates a clash-free department timetable and serves it live to students, teachers, and admins.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3611880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520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Free cloud tier sleeps - first request has a cold-start delay.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Scoped to one department's distribution format.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AI assistant (RAG) intentionally descoped for now.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148840"/>
            <a:ext cx="3611880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230428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Restrictions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788920"/>
            <a:ext cx="3520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Android only - no iOS build yet.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Release APK uses debug signing (sideload for demo).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Depends on the standard course-distribution Excel 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148840"/>
            <a:ext cx="3611880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3024" y="230428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788920"/>
            <a:ext cx="3520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AI campus assistant (RAG over documents).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Multi-department &amp; cross-faculty scheduling.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iOS build and student-side cancellation grid.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Solver tuning with student preferences.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-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C4C8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908792" cy="443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E7278"/>
                </a:solidFill>
                <a:latin typeface="Calibri"/>
              </a:rPr>
              <a:t>[ Live Functional Demo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E7278"/>
                </a:solidFill>
                <a:latin typeface="Calibri"/>
              </a:rPr>
              <a:t>Run the app live on a device / emulator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1102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FAHMID ALAM</cp:lastModifiedBy>
  <cp:revision>2</cp:revision>
  <dcterms:created xsi:type="dcterms:W3CDTF">2013-01-27T09:14:16Z</dcterms:created>
  <dcterms:modified xsi:type="dcterms:W3CDTF">2026-06-20T07:04:57Z</dcterms:modified>
  <cp:category/>
</cp:coreProperties>
</file>