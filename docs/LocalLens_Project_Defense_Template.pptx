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911B"/>
                </a:solidFill>
                <a:latin typeface="Calibri"/>
              </a:rPr>
              <a:t>THIRD YEAR PROJECT  ·  DEFENSE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A1A1C"/>
                </a:solidFill>
                <a:latin typeface="Calibri Light"/>
              </a:rPr>
              <a:t>LocalLens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3373D"/>
                </a:solidFill>
                <a:latin typeface="Calibri"/>
              </a:rPr>
              <a:t>Discover, Rate &amp; Review Local Restaurants — a gamified food-discovery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383280"/>
            <a:ext cx="777240" cy="4445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[ Team Member 1 ]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79476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[ Team Member 2 ]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9476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[ Team Member 3 ]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7A7E85"/>
                </a:solidFill>
                <a:latin typeface="Calibri"/>
              </a:rPr>
              <a:t>Supervised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[ Supervisor Name ]</a:t>
            </a:r>
            <a:r>
              <a:rPr sz="1300" b="0" i="1">
                <a:solidFill>
                  <a:srgbClr val="7A7E85"/>
                </a:solidFill>
                <a:latin typeface="Calibri"/>
              </a:rPr>
              <a:t>   ·   [ Designation, Department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4476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[ Team Name ]</a:t>
            </a:r>
            <a:r>
              <a:rPr sz="1200" b="0" i="0">
                <a:solidFill>
                  <a:srgbClr val="CFCBBE"/>
                </a:solidFill>
                <a:latin typeface="Calibri"/>
              </a:rPr>
              <a:t>    ·    Course [ Code ]    ·    [ Department ]    ·    [ University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70992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Project Overview &amp; Goal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Idea, problem statement, and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7889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Functional Requirements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What the system does + use-case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962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867911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Non-Functional Requirements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Environment, frameworks, and quality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2861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9469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Technical Diagrams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ER, DFD (Level 0 &amp; 1), and class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0992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Project Demonstration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Key features and the system in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7063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889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Discussion &amp; Conclusion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Outcomes, limitations, and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4962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67911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Live Demo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Functional walkthrough on a real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2861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911B"/>
                </a:solidFill>
                <a:latin typeface="Calibri Light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469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Q &amp;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A7E85"/>
                </a:solidFill>
                <a:latin typeface="Calibri"/>
              </a:rPr>
              <a:t>Questions from the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Team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611880" cy="109728"/>
          </a:xfrm>
          <a:prstGeom prst="round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[ Team Member 1 ]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600200"/>
            <a:ext cx="3611880" cy="109728"/>
          </a:xfrm>
          <a:prstGeom prst="round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[ Team Member 2 ]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600200"/>
            <a:ext cx="3611880" cy="109728"/>
          </a:xfrm>
          <a:prstGeom prst="round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[ Team Member 3 ]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7A7E85"/>
                </a:solidFill>
                <a:latin typeface="Calibri"/>
              </a:rPr>
              <a:t>[ Student ID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Contribution detail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Project Overview &amp;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Description of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LocalLens is a mobile app for discovering, rating, and reviewing local restaurants. It ranks the best dining spots and the most active reviewers through leaderboards, helping users find great places near them.  </a:t>
            </a:r>
            <a:r>
              <a:rPr sz="1100" b="0" i="1">
                <a:solidFill>
                  <a:srgbClr val="7A7E85"/>
                </a:solidFill>
                <a:latin typeface="Calibri"/>
              </a:rPr>
              <a:t>[ edit to match your scope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What problem does LocalLens solve? Why does it matter?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Add background / motivation here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Main Objectives &amp;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02936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Objective 1 ]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Objective 2 ]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691640"/>
            <a:ext cx="4114800" cy="443484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691640"/>
            <a:ext cx="411480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App Hero / Screenshots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Add LocalLens screenshots or a feature collage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What the system must do (starter list from the app — edit as needed):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3949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Account &amp; Profile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Sign up / sign in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Edit profile: name, bio, avatar, dark theme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Account verification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Earn reputation tiers (Explorer → Expert → Diamond → Platinum)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Discovery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Search for dishes or places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Browse the Top 10 restaurant leaderboard by location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Find restaurants nearby (rating, cuisine, distance, status)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View restaurants on a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2120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Reviews &amp; Gamification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View restaurant details and ratings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Write reviews and rate restaurants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Earn points and receive “helpful” votes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Appear on the Top 10 Critics leaderboard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Administration  (optional)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Manage restaurant listings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Verify users / moderate reviews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Actors (e.g., User / Reviewer · Admin) and their interactions with the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Use Case Diagram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Insert your use-case diagram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Operating System Environment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Client platform: e.g., Android / iOS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Backend: e.g., Firebase / Supabase / Node.js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Location &amp; maps service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Image / cloud storage ]</a:t>
            </a:r>
          </a:p>
          <a:p>
            <a:pPr>
              <a:lnSpc>
                <a:spcPct val="100000"/>
              </a:lnSpc>
              <a:spcBef>
                <a:spcPts val="110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Frameworks &amp; Tools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Framework: e.g., Flutter / React Native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Database &amp; SDKs 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1">
                <a:solidFill>
                  <a:srgbClr val="7A7E85"/>
                </a:solidFill>
                <a:latin typeface="Calibri"/>
              </a:rPr>
              <a:t>[ Other libraries and tools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A1C"/>
                </a:solidFill>
                <a:latin typeface="Calibri"/>
              </a:rPr>
              <a:t>Quality Attributes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Performance: fast search and nearby results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Accuracy: reliable location and distance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Security: secure authentication and user data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Usability: clean dark UI, simple navigation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Scalability: grows with more places and users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800">
                <a:solidFill>
                  <a:srgbClr val="C8911B"/>
                </a:solidFill>
                <a:latin typeface="Calibri"/>
              </a:rPr>
              <a:t>●  </a:t>
            </a:r>
            <a:r>
              <a:rPr sz="1200" i="0">
                <a:solidFill>
                  <a:srgbClr val="33373D"/>
                </a:solidFill>
                <a:latin typeface="Calibri"/>
              </a:rPr>
              <a:t>Reliability: consistent ratings and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Entity-Relationship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Main entities, e.g., users, restaurants, reviews, ratings, points/badges.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ER Diagram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Insert your ER diagram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Data Flow Diagram - Level 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Context view: the user, the LocalLens system, and external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DFD Level 0 (Context)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Insert your DFD Level 0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Data Flow Diagram - Level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Decomposed processes: auth, discovery, reviews, leaderboards.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DFD Level 1 ]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Insert your DFD Level 1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TECHNICAL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Class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Core classes and their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Class Diagram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Insert your class diagram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Project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73D"/>
                </a:solidFill>
                <a:latin typeface="Calibri"/>
              </a:rPr>
              <a:t>A concise (~1 minute) overview highlighting the key features in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425196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0908792" cy="4251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Demo Video / Screenshot Slideshow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Embed the 1-minute walkthrough or a screenshot strip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911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Discussion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11B"/>
                </a:solidFill>
                <a:latin typeface="Calibri"/>
              </a:rPr>
              <a:t>Outcome:  </a:t>
            </a:r>
            <a:r>
              <a:rPr sz="1300" b="0" i="1">
                <a:solidFill>
                  <a:srgbClr val="7A7E85"/>
                </a:solidFill>
                <a:latin typeface="Calibri"/>
              </a:rPr>
              <a:t>[ summarize what the project achieved in one line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3611880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520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Limitation 1 ]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Limitation 2 ]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Limitation 3 ]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2148840"/>
            <a:ext cx="3611880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30428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Restrictions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788920"/>
            <a:ext cx="3520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Restriction 1 ]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Restriction 2 ]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Restriction 3 ]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148840"/>
            <a:ext cx="3611880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30428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788920"/>
            <a:ext cx="3520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Future improvement 1 ]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Future improvement 2 ]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8911B"/>
                </a:solidFill>
                <a:latin typeface="Calibri"/>
              </a:rPr>
              <a:t>●  </a:t>
            </a:r>
            <a:r>
              <a:rPr sz="1250" i="1">
                <a:solidFill>
                  <a:srgbClr val="7A7E85"/>
                </a:solidFill>
                <a:latin typeface="Calibri"/>
              </a:rPr>
              <a:t>[ Future improvement 3 ]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C89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E85"/>
                </a:solidFill>
                <a:latin typeface="Calibri"/>
              </a:rPr>
              <a:t>LocalLens  ·  [ Team Name ], [ Department ], [ University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7E85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F5F4EE"/>
          </a:solidFill>
          <a:ln w="15875">
            <a:solidFill>
              <a:srgbClr val="C9C2A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908792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7A7E85"/>
                </a:solidFill>
                <a:latin typeface="Calibri"/>
              </a:rPr>
              <a:t>[ Live Functional Demo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A7E85"/>
                </a:solidFill>
                <a:latin typeface="Calibri"/>
              </a:rPr>
              <a:t>Run the app live on a device / emulator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